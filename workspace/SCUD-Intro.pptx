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89B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24800" y="4051399"/>
            <a:ext cx="838200" cy="838200"/>
          </a:xfrm>
          <a:prstGeom prst="roundRect">
            <a:avLst>
              <a:gd name="adj" fmla="val 109091"/>
            </a:avLst>
          </a:prstGeom>
          <a:noFill/>
          <a:ln w="38100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32843" y="1165324"/>
            <a:ext cx="46781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232843" y="2232124"/>
            <a:ext cx="46781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Management Process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32843" y="2956024"/>
            <a:ext cx="46781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 planning and execution with SCUD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87886" y="3584674"/>
            <a:ext cx="2967930" cy="393502"/>
          </a:xfrm>
          <a:prstGeom prst="rect">
            <a:avLst/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111698" y="3584674"/>
            <a:ext cx="0" cy="393502"/>
          </a:xfrm>
          <a:prstGeom prst="line">
            <a:avLst/>
          </a:prstGeom>
          <a:noFill/>
          <a:ln w="47625">
            <a:solidFill>
              <a:srgbClr val="89B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3521" y="3686175"/>
            <a:ext cx="2564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PRD to parallel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euben/gauntlet/scud/README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071" y="158800"/>
            <a:ext cx="6291709" cy="4825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A6E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382153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371451"/>
            <a:ext cx="3821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1: NPM / PNPM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663452"/>
            <a:ext cx="3746599" cy="818852"/>
          </a:xfrm>
          <a:prstGeom prst="roundRect">
            <a:avLst>
              <a:gd name="adj" fmla="val 12408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663452"/>
            <a:ext cx="0" cy="818852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1601" y="1841153"/>
            <a:ext cx="3316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add -g scud-task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1601" y="2072878"/>
            <a:ext cx="3316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npm install -g scud-task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01" y="2634704"/>
            <a:ext cx="3821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2: Cargo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2926705"/>
            <a:ext cx="3746599" cy="587127"/>
          </a:xfrm>
          <a:prstGeom prst="roundRect">
            <a:avLst>
              <a:gd name="adj" fmla="val 1730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53951" y="2926705"/>
            <a:ext cx="0" cy="587127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1601" y="3104406"/>
            <a:ext cx="3316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scud-cli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4901" y="3666232"/>
            <a:ext cx="3821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901" y="3958233"/>
            <a:ext cx="3746599" cy="587127"/>
          </a:xfrm>
          <a:prstGeom prst="roundRect">
            <a:avLst>
              <a:gd name="adj" fmla="val 1730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3951" y="3958233"/>
            <a:ext cx="0" cy="587127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1601" y="4135934"/>
            <a:ext cx="3316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your-project &amp;&amp; scud init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62500" y="507950"/>
            <a:ext cx="3746599" cy="1028551"/>
          </a:xfrm>
          <a:prstGeom prst="roundRect">
            <a:avLst>
              <a:gd name="adj" fmla="val 7408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40201" y="660350"/>
            <a:ext cx="3459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40201" y="901601"/>
            <a:ext cx="3459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18+ (npm) or Rust (cargo)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40201" y="1142851"/>
            <a:ext cx="3459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API key (xAI, Anthropic, OpenAI)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2500" y="1739652"/>
            <a:ext cx="3821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2500" y="2031653"/>
            <a:ext cx="3746599" cy="393502"/>
          </a:xfrm>
          <a:prstGeom prst="roundRect">
            <a:avLst>
              <a:gd name="adj" fmla="val 12910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900" y="2133154"/>
            <a:ext cx="8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98839" y="2133154"/>
            <a:ext cx="1709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Rust CLI binary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62500" y="2501354"/>
            <a:ext cx="3746599" cy="393502"/>
          </a:xfrm>
          <a:prstGeom prst="roundRect">
            <a:avLst>
              <a:gd name="adj" fmla="val 12910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14900" y="2602855"/>
            <a:ext cx="8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98839" y="2602855"/>
            <a:ext cx="28206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.scud/ directory for task storage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62500" y="2971056"/>
            <a:ext cx="3746599" cy="393502"/>
          </a:xfrm>
          <a:prstGeom prst="roundRect">
            <a:avLst>
              <a:gd name="adj" fmla="val 12910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14900" y="3072557"/>
            <a:ext cx="8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98839" y="3072557"/>
            <a:ext cx="21368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SCG format (compact text)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62500" y="3440757"/>
            <a:ext cx="3746599" cy="393502"/>
          </a:xfrm>
          <a:prstGeom prst="roundRect">
            <a:avLst>
              <a:gd name="adj" fmla="val 12910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14900" y="3542258"/>
            <a:ext cx="8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8839" y="3542258"/>
            <a:ext cx="2222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slash commands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5C2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57200"/>
            <a:ext cx="1092101" cy="263426"/>
          </a:xfrm>
          <a:prstGeom prst="roundRect">
            <a:avLst>
              <a:gd name="adj" fmla="val 19284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1851" y="507950"/>
            <a:ext cx="854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INSPIRATION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847576"/>
            <a:ext cx="803168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Task Master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34901" y="1476226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 task management for complex development projects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879402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github.com/eyaltoledano/claude-task-master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2276177"/>
            <a:ext cx="1835348" cy="1143000"/>
          </a:xfrm>
          <a:prstGeom prst="roundRect">
            <a:avLst>
              <a:gd name="adj" fmla="val 666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602" y="2428577"/>
            <a:ext cx="15095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Parsing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602" y="2619077"/>
            <a:ext cx="150954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requirements docs into structured tasks with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47950" y="2276177"/>
            <a:ext cx="1835348" cy="1143000"/>
          </a:xfrm>
          <a:prstGeom prst="roundRect">
            <a:avLst>
              <a:gd name="adj" fmla="val 666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5651" y="2428577"/>
            <a:ext cx="15095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25651" y="2619077"/>
            <a:ext cx="150954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Supports Claude, GPT, Gemini, xAI, OpenRouter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0999" y="2276177"/>
            <a:ext cx="1835348" cy="1143000"/>
          </a:xfrm>
          <a:prstGeom prst="roundRect">
            <a:avLst>
              <a:gd name="adj" fmla="val 666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8700" y="2428577"/>
            <a:ext cx="15095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38700" y="2619077"/>
            <a:ext cx="150954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Integrates with Cursor, VS Code, Windsurf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4048" y="2276177"/>
            <a:ext cx="1835348" cy="1143000"/>
          </a:xfrm>
          <a:prstGeom prst="roundRect">
            <a:avLst>
              <a:gd name="adj" fmla="val 666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1749" y="2428577"/>
            <a:ext cx="15095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Mode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1749" y="2619077"/>
            <a:ext cx="15095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research with project 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4901" y="3622328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Master Workflow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901" y="3914329"/>
            <a:ext cx="1206550" cy="688777"/>
          </a:xfrm>
          <a:prstGeom prst="roundRect">
            <a:avLst>
              <a:gd name="adj" fmla="val 7375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4901" y="3923854"/>
            <a:ext cx="1206550" cy="0"/>
          </a:xfrm>
          <a:prstGeom prst="line">
            <a:avLst/>
          </a:prstGeom>
          <a:noFill/>
          <a:ln w="19050">
            <a:solidFill>
              <a:srgbClr val="CBA6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325" y="4034879"/>
            <a:ext cx="971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2325" y="4196804"/>
            <a:ext cx="97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PRD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8401" y="3914329"/>
            <a:ext cx="1206550" cy="688777"/>
          </a:xfrm>
          <a:prstGeom prst="roundRect">
            <a:avLst>
              <a:gd name="adj" fmla="val 7375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968401" y="3923854"/>
            <a:ext cx="1206550" cy="0"/>
          </a:xfrm>
          <a:prstGeom prst="line">
            <a:avLst/>
          </a:prstGeom>
          <a:noFill/>
          <a:ln w="19050">
            <a:solidFill>
              <a:srgbClr val="CBA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5825" y="4034879"/>
            <a:ext cx="971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85825" y="4196804"/>
            <a:ext cx="97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01901" y="3914329"/>
            <a:ext cx="1206550" cy="688777"/>
          </a:xfrm>
          <a:prstGeom prst="roundRect">
            <a:avLst>
              <a:gd name="adj" fmla="val 7375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301901" y="3923854"/>
            <a:ext cx="1206550" cy="0"/>
          </a:xfrm>
          <a:prstGeom prst="line">
            <a:avLst/>
          </a:prstGeom>
          <a:noFill/>
          <a:ln w="19050">
            <a:solidFill>
              <a:srgbClr val="CBA6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325" y="4034879"/>
            <a:ext cx="971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19325" y="4196804"/>
            <a:ext cx="9717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Tasks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35401" y="3914329"/>
            <a:ext cx="1206550" cy="688777"/>
          </a:xfrm>
          <a:prstGeom prst="roundRect">
            <a:avLst>
              <a:gd name="adj" fmla="val 7375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35401" y="3923854"/>
            <a:ext cx="1206550" cy="0"/>
          </a:xfrm>
          <a:prstGeom prst="line">
            <a:avLst/>
          </a:prstGeom>
          <a:noFill/>
          <a:ln w="19050">
            <a:solidFill>
              <a:srgbClr val="CBA6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2825" y="4034879"/>
            <a:ext cx="971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2825" y="4196804"/>
            <a:ext cx="97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"Next?"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68901" y="3914329"/>
            <a:ext cx="1206550" cy="688777"/>
          </a:xfrm>
          <a:prstGeom prst="roundRect">
            <a:avLst>
              <a:gd name="adj" fmla="val 7375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968901" y="3923854"/>
            <a:ext cx="1206550" cy="0"/>
          </a:xfrm>
          <a:prstGeom prst="line">
            <a:avLst/>
          </a:prstGeom>
          <a:noFill/>
          <a:ln w="19050">
            <a:solidFill>
              <a:srgbClr val="CBA6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6325" y="4034879"/>
            <a:ext cx="971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6325" y="4196804"/>
            <a:ext cx="97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02401" y="3914329"/>
            <a:ext cx="1206550" cy="688777"/>
          </a:xfrm>
          <a:prstGeom prst="roundRect">
            <a:avLst>
              <a:gd name="adj" fmla="val 7375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302401" y="3923854"/>
            <a:ext cx="1206550" cy="0"/>
          </a:xfrm>
          <a:prstGeom prst="line">
            <a:avLst/>
          </a:prstGeom>
          <a:noFill/>
          <a:ln w="19050">
            <a:solidFill>
              <a:srgbClr val="CBA6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19825" y="4034879"/>
            <a:ext cx="971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19825" y="4196804"/>
            <a:ext cx="97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Status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89B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8100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SCUD: What's Different?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000125"/>
            <a:ext cx="3810149" cy="663476"/>
          </a:xfrm>
          <a:prstGeom prst="roundRect">
            <a:avLst>
              <a:gd name="adj" fmla="val 1148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8054" y="1127075"/>
            <a:ext cx="35238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Master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8054" y="1374725"/>
            <a:ext cx="35238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4901" y="1663601"/>
            <a:ext cx="3810149" cy="2082403"/>
          </a:xfrm>
          <a:prstGeom prst="rect">
            <a:avLst/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602" y="1816001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Format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2602" y="1968401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602" y="2260402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 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2602" y="2412802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blockers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602" y="2704802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Planning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2602" y="2857202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602" y="3149203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2602" y="3301603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98950" y="1000125"/>
            <a:ext cx="3810149" cy="663476"/>
          </a:xfrm>
          <a:prstGeom prst="roundRect">
            <a:avLst>
              <a:gd name="adj" fmla="val 11485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2104" y="1127075"/>
            <a:ext cx="35238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2104" y="1374725"/>
            <a:ext cx="35238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1663601"/>
            <a:ext cx="3810149" cy="2082403"/>
          </a:xfrm>
          <a:prstGeom prst="rect">
            <a:avLst/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651" y="1816001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Format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6651" y="1968401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SCG (compact text)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6651" y="2260402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76651" y="2412802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DAG with edges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6651" y="2704802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Planning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6651" y="2857202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 waves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6651" y="3149203"/>
            <a:ext cx="352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76651" y="3301603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binary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901" y="3898404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 Advantages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901" y="4190405"/>
            <a:ext cx="1854250" cy="526852"/>
          </a:xfrm>
          <a:prstGeom prst="roundRect">
            <a:avLst>
              <a:gd name="adj" fmla="val 9642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3951" y="4190405"/>
            <a:ext cx="0" cy="526852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9951" y="4291905"/>
            <a:ext cx="15934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native CLI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41550" y="4190405"/>
            <a:ext cx="1854250" cy="526852"/>
          </a:xfrm>
          <a:prstGeom prst="roundRect">
            <a:avLst>
              <a:gd name="adj" fmla="val 9642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660600" y="4190405"/>
            <a:ext cx="0" cy="526852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06601" y="4291905"/>
            <a:ext cx="15934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dependency graph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48200" y="4190405"/>
            <a:ext cx="1854250" cy="526852"/>
          </a:xfrm>
          <a:prstGeom prst="roundRect">
            <a:avLst>
              <a:gd name="adj" fmla="val 9642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67250" y="4190405"/>
            <a:ext cx="0" cy="526852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3250" y="4291905"/>
            <a:ext cx="15934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Wave-based parallelism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54850" y="4190405"/>
            <a:ext cx="1854250" cy="526852"/>
          </a:xfrm>
          <a:prstGeom prst="roundRect">
            <a:avLst>
              <a:gd name="adj" fmla="val 9642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673900" y="4190405"/>
            <a:ext cx="0" cy="526852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9900" y="4291905"/>
            <a:ext cx="15934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E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SCG: SCUD Graph Format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930176"/>
            <a:ext cx="1351359" cy="253901"/>
          </a:xfrm>
          <a:prstGeom prst="roundRect">
            <a:avLst>
              <a:gd name="adj" fmla="val 20008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80926"/>
            <a:ext cx="1119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INSPIRED BY JAMS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86260" y="930176"/>
            <a:ext cx="376080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Token-efficient, human-readable task storage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336477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nikolai.fyi/jams — Nikolai Mushegian (DeFi pioneer)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584127"/>
            <a:ext cx="4336554" cy="1849636"/>
          </a:xfrm>
          <a:prstGeom prst="roundRect">
            <a:avLst>
              <a:gd name="adj" fmla="val 4120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584127"/>
            <a:ext cx="0" cy="1849636"/>
          </a:xfrm>
          <a:prstGeom prst="line">
            <a:avLst/>
          </a:prstGeom>
          <a:noFill/>
          <a:ln w="38100">
            <a:solidFill>
              <a:srgbClr val="F9E2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1685627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SCUD Graph v1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3001" y="1822847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Phase: auth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3001" y="1960066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@nodes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3001" y="2097286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auth:1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Design auth |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5 | 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3001" y="2234505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auth:2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JWT tokens |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3 | 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3001" y="2371725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auth:3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Rate limits |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3 | 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3001" y="2508945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@edges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3001" y="2646164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auth:2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3001" y="2783384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auth:3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3001" y="2920603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@details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3001" y="3057823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auth:1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description |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3001" y="3195042"/>
            <a:ext cx="41254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A6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REST endpoints...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2205" y="1584127"/>
            <a:ext cx="3613845" cy="1055787"/>
          </a:xfrm>
          <a:prstGeom prst="roundRect">
            <a:avLst>
              <a:gd name="adj" fmla="val 721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74605" y="1711077"/>
            <a:ext cx="3375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JAMS Philosophy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4605" y="1873002"/>
            <a:ext cx="337522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"Actually Minimalist JSON Alternative" — Most alternatives have longer specs than JSON itself. JAMS builds on JSON's foundation, reducing quote noise while keeping parsing simple.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2205" y="2766864"/>
            <a:ext cx="3613845" cy="895796"/>
          </a:xfrm>
          <a:prstGeom prst="roundRect">
            <a:avLst>
              <a:gd name="adj" fmla="val 8506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74605" y="2893814"/>
            <a:ext cx="3375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SCG Design Goals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74605" y="3055739"/>
            <a:ext cx="33752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Graph-native structure with explicit @nodes and @edges. Single-char status codes (P/I/D/B). Pipe-delimited rows. Git-friendly diffs.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2205" y="3789611"/>
            <a:ext cx="3613845" cy="735806"/>
          </a:xfrm>
          <a:prstGeom prst="roundRect">
            <a:avLst>
              <a:gd name="adj" fmla="val 10356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74605" y="3916561"/>
            <a:ext cx="3375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Benefits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74605" y="4078486"/>
            <a:ext cx="33752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 text format. Human-editable. Git-friendly diffs. Reduced context for LLMs.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4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Skills &amp;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904875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Teaching AI agents how to use the SCUD CLI effectively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273076"/>
            <a:ext cx="40547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FILES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511201"/>
            <a:ext cx="3975199" cy="749201"/>
          </a:xfrm>
          <a:prstGeom prst="roundRect">
            <a:avLst>
              <a:gd name="adj" fmla="val 10171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511201"/>
            <a:ext cx="0" cy="749201"/>
          </a:xfrm>
          <a:prstGeom prst="line">
            <a:avLst/>
          </a:prstGeom>
          <a:noFill/>
          <a:ln w="38100">
            <a:solidFill>
              <a:srgbClr val="94E2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450" y="1638151"/>
            <a:ext cx="37049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8450" y="1828651"/>
            <a:ext cx="3704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point - when to use SCUD, essential commands, workflow overview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361902"/>
            <a:ext cx="3975199" cy="749201"/>
          </a:xfrm>
          <a:prstGeom prst="roundRect">
            <a:avLst>
              <a:gd name="adj" fmla="val 10171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361902"/>
            <a:ext cx="0" cy="749201"/>
          </a:xfrm>
          <a:prstGeom prst="line">
            <a:avLst/>
          </a:prstGeom>
          <a:noFill/>
          <a:ln w="38100">
            <a:solidFill>
              <a:srgbClr val="94E2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2488853"/>
            <a:ext cx="37049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task-commands.md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8450" y="2679353"/>
            <a:ext cx="3704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CLI reference - tags, viewing, status updates, AI commands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212604"/>
            <a:ext cx="3975199" cy="749201"/>
          </a:xfrm>
          <a:prstGeom prst="roundRect">
            <a:avLst>
              <a:gd name="adj" fmla="val 10171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3212604"/>
            <a:ext cx="0" cy="749201"/>
          </a:xfrm>
          <a:prstGeom prst="line">
            <a:avLst/>
          </a:prstGeom>
          <a:noFill/>
          <a:ln w="38100">
            <a:solidFill>
              <a:srgbClr val="94E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450" y="3339554"/>
            <a:ext cx="37049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graph-concepts.md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8450" y="3530054"/>
            <a:ext cx="3704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 structure, SCG format, waves algorithm, complexity scoring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4088755"/>
            <a:ext cx="3975199" cy="336352"/>
          </a:xfrm>
          <a:prstGeom prst="roundRect">
            <a:avLst>
              <a:gd name="adj" fmla="val 15103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4190256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</a:t>
            </a:r>
            <a:pPr algn="l" indent="0" marL="0"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.claude/skills/scud-tasks/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0850" y="1273076"/>
            <a:ext cx="40547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SLASH COMMANDS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0850" y="1511201"/>
            <a:ext cx="908000" cy="279202"/>
          </a:xfrm>
          <a:prstGeom prst="roundRect">
            <a:avLst>
              <a:gd name="adj" fmla="val 18195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1876" y="1584127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/scud:list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45051" y="1511201"/>
            <a:ext cx="908000" cy="279202"/>
          </a:xfrm>
          <a:prstGeom prst="roundRect">
            <a:avLst>
              <a:gd name="adj" fmla="val 18195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56077" y="1584127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/scud:show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29251" y="1511201"/>
            <a:ext cx="1045220" cy="279202"/>
          </a:xfrm>
          <a:prstGeom prst="roundRect">
            <a:avLst>
              <a:gd name="adj" fmla="val 18195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40277" y="1584127"/>
            <a:ext cx="839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/scud:status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0850" y="1866602"/>
            <a:ext cx="908000" cy="279202"/>
          </a:xfrm>
          <a:prstGeom prst="roundRect">
            <a:avLst>
              <a:gd name="adj" fmla="val 18195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71876" y="1939528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/scud:next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45051" y="1866602"/>
            <a:ext cx="976610" cy="279202"/>
          </a:xfrm>
          <a:prstGeom prst="roundRect">
            <a:avLst>
              <a:gd name="adj" fmla="val 18195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56077" y="1939528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/scud:waves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97861" y="1866602"/>
            <a:ext cx="976610" cy="279202"/>
          </a:xfrm>
          <a:prstGeom prst="roundRect">
            <a:avLst>
              <a:gd name="adj" fmla="val 18195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08887" y="1939528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/scud:stats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0850" y="2272754"/>
            <a:ext cx="3975199" cy="1266527"/>
          </a:xfrm>
          <a:prstGeom prst="roundRect">
            <a:avLst>
              <a:gd name="adj" fmla="val 6016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3250" y="2399705"/>
            <a:ext cx="3743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Skills Matter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3250" y="2561630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89450" y="2561630"/>
            <a:ext cx="3498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understand task structure without prompting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13250" y="2774305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89450" y="2774305"/>
            <a:ext cx="27985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Consistent command usage across sessions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3250" y="2986980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89450" y="2986980"/>
            <a:ext cx="300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 status updates after completing work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13250" y="3199656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89450" y="3199656"/>
            <a:ext cx="2448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Awareness of dependencies and waves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0850" y="3666232"/>
            <a:ext cx="3975199" cy="336352"/>
          </a:xfrm>
          <a:prstGeom prst="roundRect">
            <a:avLst>
              <a:gd name="adj" fmla="val 15103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87801" y="3767733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</a:t>
            </a:r>
            <a:pPr algn="l" indent="0" marL="0"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.claude/commands/scud/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89B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57200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707975"/>
            <a:ext cx="803168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 init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336625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 SCUD in your project directory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39801"/>
            <a:ext cx="7874198" cy="514350"/>
          </a:xfrm>
          <a:prstGeom prst="roundRect">
            <a:avLst>
              <a:gd name="adj" fmla="val 1481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951" y="1739801"/>
            <a:ext cx="0" cy="514350"/>
          </a:xfrm>
          <a:prstGeom prst="line">
            <a:avLst/>
          </a:prstGeom>
          <a:noFill/>
          <a:ln w="38100">
            <a:solidFill>
              <a:srgbClr val="94E2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6151" y="1892201"/>
            <a:ext cx="75783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scud init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4901" y="2431852"/>
            <a:ext cx="7874198" cy="977801"/>
          </a:xfrm>
          <a:prstGeom prst="roundRect">
            <a:avLst>
              <a:gd name="adj" fmla="val 7793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602" y="2558802"/>
            <a:ext cx="7669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.scud/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2602" y="2739777"/>
            <a:ext cx="7669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.scud/tasks/tasks.scg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2602" y="2920752"/>
            <a:ext cx="7669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.scud/config.toml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2602" y="3101727"/>
            <a:ext cx="7669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initialized successfully!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4901" y="3562052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 .scud/ directory for task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901" y="3828752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Configures AI provider (xAI, Anthropic, OpenAI)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901" y="4095452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parse your first PRD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BA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57200"/>
            <a:ext cx="38863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707975"/>
            <a:ext cx="388635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 parse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336625"/>
            <a:ext cx="38863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PRD to structured tasks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14351"/>
            <a:ext cx="3810149" cy="406301"/>
          </a:xfrm>
          <a:prstGeom prst="roundRect">
            <a:avLst>
              <a:gd name="adj" fmla="val 1875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951" y="1714351"/>
            <a:ext cx="0" cy="406301"/>
          </a:xfrm>
          <a:prstGeom prst="line">
            <a:avLst/>
          </a:prstGeom>
          <a:noFill/>
          <a:ln w="38100">
            <a:solidFill>
              <a:srgbClr val="F5C2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702" y="1841302"/>
            <a:ext cx="3484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scud parse feature.md --tag auth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273052"/>
            <a:ext cx="3810149" cy="526852"/>
          </a:xfrm>
          <a:prstGeom prst="roundRect">
            <a:avLst>
              <a:gd name="adj" fmla="val 14463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7301" y="2374553"/>
            <a:ext cx="35754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</a:t>
            </a:r>
            <a:pPr algn="l"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Extracts tasks from natural language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2901404"/>
            <a:ext cx="3810149" cy="364927"/>
          </a:xfrm>
          <a:prstGeom prst="roundRect">
            <a:avLst>
              <a:gd name="adj" fmla="val 20881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301" y="3002905"/>
            <a:ext cx="35754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pPr algn="l"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Auto-detects task relationships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901" y="3367832"/>
            <a:ext cx="3810149" cy="526852"/>
          </a:xfrm>
          <a:prstGeom prst="roundRect">
            <a:avLst>
              <a:gd name="adj" fmla="val 14463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7301" y="3469332"/>
            <a:ext cx="35754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2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</a:t>
            </a:r>
            <a:pPr algn="l"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Fibonacci estimates (1,2,3,5,8...)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950" y="457200"/>
            <a:ext cx="38863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.scud/tasks/tasks.scg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950" y="720626"/>
            <a:ext cx="3810149" cy="1796951"/>
          </a:xfrm>
          <a:prstGeom prst="roundRect">
            <a:avLst>
              <a:gd name="adj" fmla="val 4241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350" y="84757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@nodes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1350" y="101902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auth:1 | Design auth | P | 5 | 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51350" y="119047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auth:2 | JWT tokens | P | 3 | 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51350" y="136192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auth:3 | OAuth flow | P | 5 | 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51350" y="153337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auth:4 | Rate limit | P | 3 | 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1350" y="170482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@edges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51350" y="187627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auth:2 -&gt; auth:1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1350" y="204772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auth:3 -&gt; auth:1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51350" y="2219176"/>
            <a:ext cx="3575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E2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auth:4 -&gt; auth:2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4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631775"/>
            <a:ext cx="829066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 expand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260425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complex tasks into actionable subtasks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638151"/>
            <a:ext cx="8128099" cy="425351"/>
          </a:xfrm>
          <a:prstGeom prst="roundRect">
            <a:avLst>
              <a:gd name="adj" fmla="val 1791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638151"/>
            <a:ext cx="0" cy="425351"/>
          </a:xfrm>
          <a:prstGeom prst="line">
            <a:avLst/>
          </a:prstGeom>
          <a:noFill/>
          <a:ln w="38100">
            <a:solidFill>
              <a:srgbClr val="94E2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1765102"/>
            <a:ext cx="78892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scud expand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241203"/>
            <a:ext cx="3089225" cy="193477"/>
          </a:xfrm>
          <a:prstGeom prst="roundRect">
            <a:avLst>
              <a:gd name="adj" fmla="val 26256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2266504"/>
            <a:ext cx="2995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PROCESSES IN PARALLEL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612380"/>
            <a:ext cx="3089225" cy="555427"/>
          </a:xfrm>
          <a:prstGeom prst="roundRect">
            <a:avLst>
              <a:gd name="adj" fmla="val 9146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7475" y="2612380"/>
            <a:ext cx="0" cy="555427"/>
          </a:xfrm>
          <a:prstGeom prst="line">
            <a:avLst/>
          </a:prstGeom>
          <a:noFill/>
          <a:ln w="19050">
            <a:solidFill>
              <a:srgbClr val="A6E3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400" y="2713881"/>
            <a:ext cx="2820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9400" y="2875806"/>
            <a:ext cx="28206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auth (13pts) -&gt; 3 subtasks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3244007"/>
            <a:ext cx="3089225" cy="555427"/>
          </a:xfrm>
          <a:prstGeom prst="roundRect">
            <a:avLst>
              <a:gd name="adj" fmla="val 9146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7475" y="3244007"/>
            <a:ext cx="0" cy="555427"/>
          </a:xfrm>
          <a:prstGeom prst="line">
            <a:avLst/>
          </a:prstGeom>
          <a:noFill/>
          <a:ln w="19050">
            <a:solidFill>
              <a:srgbClr val="A6E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400" y="3345507"/>
            <a:ext cx="2820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9400" y="3507432"/>
            <a:ext cx="28206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 flow (13pts) -&gt; 4 subtasks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3875633"/>
            <a:ext cx="3089225" cy="555427"/>
          </a:xfrm>
          <a:prstGeom prst="roundRect">
            <a:avLst>
              <a:gd name="adj" fmla="val 9146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17475" y="3875633"/>
            <a:ext cx="0" cy="555427"/>
          </a:xfrm>
          <a:prstGeom prst="line">
            <a:avLst/>
          </a:prstGeom>
          <a:noFill/>
          <a:ln w="19050">
            <a:solidFill>
              <a:srgbClr val="A6E3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400" y="3977134"/>
            <a:ext cx="2820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9400" y="4139059"/>
            <a:ext cx="28206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routes (21pts) -&gt; 5 subtasks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00326" y="2622203"/>
            <a:ext cx="3108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buNone/>
            </a:pPr>
            <a:r>
              <a:rPr lang="en-US" sz="2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308277" y="2241203"/>
            <a:ext cx="2344638" cy="809625"/>
          </a:xfrm>
          <a:prstGeom prst="roundRect">
            <a:avLst>
              <a:gd name="adj" fmla="val 9412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66085" y="2393603"/>
            <a:ext cx="20290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66085" y="2555528"/>
            <a:ext cx="20290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new subtasks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6085" y="2746028"/>
            <a:ext cx="2029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complex tasks broken down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E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631775"/>
            <a:ext cx="829066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 waves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260425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parallel execution based on dependencies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612850"/>
            <a:ext cx="8128099" cy="425351"/>
          </a:xfrm>
          <a:prstGeom prst="roundRect">
            <a:avLst>
              <a:gd name="adj" fmla="val 1791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612850"/>
            <a:ext cx="0" cy="425351"/>
          </a:xfrm>
          <a:prstGeom prst="line">
            <a:avLst/>
          </a:prstGeom>
          <a:noFill/>
          <a:ln w="38100">
            <a:solidFill>
              <a:srgbClr val="F9E2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1739801"/>
            <a:ext cx="78892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scud waves --tag auth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190601"/>
            <a:ext cx="2607766" cy="403027"/>
          </a:xfrm>
          <a:prstGeom prst="roundRect">
            <a:avLst>
              <a:gd name="adj" fmla="val 1890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7321" y="2292102"/>
            <a:ext cx="2349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593628"/>
            <a:ext cx="2607766" cy="1288703"/>
          </a:xfrm>
          <a:prstGeom prst="rect">
            <a:avLst/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2720578"/>
            <a:ext cx="2353866" cy="314325"/>
          </a:xfrm>
          <a:prstGeom prst="roundRect">
            <a:avLst>
              <a:gd name="adj" fmla="val 16162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1851" y="2796778"/>
            <a:ext cx="2141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auth:1.1</a:t>
            </a:r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Define schema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4901" y="3111103"/>
            <a:ext cx="2353866" cy="314325"/>
          </a:xfrm>
          <a:prstGeom prst="roundRect">
            <a:avLst>
              <a:gd name="adj" fmla="val 16162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1851" y="3187303"/>
            <a:ext cx="2141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auth:1.2</a:t>
            </a:r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Plan tokens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4901" y="3552379"/>
            <a:ext cx="1231999" cy="203002"/>
          </a:xfrm>
          <a:prstGeom prst="roundRect">
            <a:avLst>
              <a:gd name="adj" fmla="val 25024"/>
            </a:avLst>
          </a:prstGeom>
          <a:solidFill>
            <a:srgbClr val="A6E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6402" y="3577679"/>
            <a:ext cx="1049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IN PARALLEL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8117" y="2190601"/>
            <a:ext cx="2607766" cy="403027"/>
          </a:xfrm>
          <a:prstGeom prst="roundRect">
            <a:avLst>
              <a:gd name="adj" fmla="val 1890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7487" y="2292102"/>
            <a:ext cx="2349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68117" y="2593628"/>
            <a:ext cx="2607766" cy="1288703"/>
          </a:xfrm>
          <a:prstGeom prst="rect">
            <a:avLst/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95067" y="2720578"/>
            <a:ext cx="2353866" cy="314325"/>
          </a:xfrm>
          <a:prstGeom prst="roundRect">
            <a:avLst>
              <a:gd name="adj" fmla="val 16162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22018" y="2796778"/>
            <a:ext cx="2141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auth:1.3</a:t>
            </a:r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95067" y="3111103"/>
            <a:ext cx="2353866" cy="314325"/>
          </a:xfrm>
          <a:prstGeom prst="roundRect">
            <a:avLst>
              <a:gd name="adj" fmla="val 16162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22018" y="3187303"/>
            <a:ext cx="2141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auth:2</a:t>
            </a:r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JWT tokens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95067" y="3552379"/>
            <a:ext cx="1231999" cy="203002"/>
          </a:xfrm>
          <a:prstGeom prst="roundRect">
            <a:avLst>
              <a:gd name="adj" fmla="val 25024"/>
            </a:avLst>
          </a:prstGeom>
          <a:solidFill>
            <a:srgbClr val="A6E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96568" y="3577679"/>
            <a:ext cx="1049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IN PARALLEL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28283" y="2190601"/>
            <a:ext cx="2607766" cy="403027"/>
          </a:xfrm>
          <a:prstGeom prst="roundRect">
            <a:avLst>
              <a:gd name="adj" fmla="val 1890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57654" y="2292102"/>
            <a:ext cx="2349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28283" y="2593628"/>
            <a:ext cx="2607766" cy="1288703"/>
          </a:xfrm>
          <a:prstGeom prst="rect">
            <a:avLst/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55234" y="2720578"/>
            <a:ext cx="2353866" cy="314325"/>
          </a:xfrm>
          <a:prstGeom prst="roundRect">
            <a:avLst>
              <a:gd name="adj" fmla="val 16162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82184" y="2796778"/>
            <a:ext cx="2141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auth:3</a:t>
            </a:r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OAuth 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55234" y="3111103"/>
            <a:ext cx="2353866" cy="314325"/>
          </a:xfrm>
          <a:prstGeom prst="roundRect">
            <a:avLst>
              <a:gd name="adj" fmla="val 16162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82184" y="3187303"/>
            <a:ext cx="2141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auth:4</a:t>
            </a:r>
            <a:pPr algn="l"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Rate limit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5234" y="3552379"/>
            <a:ext cx="1231999" cy="203002"/>
          </a:xfrm>
          <a:prstGeom prst="roundRect">
            <a:avLst>
              <a:gd name="adj" fmla="val 25024"/>
            </a:avLst>
          </a:prstGeom>
          <a:solidFill>
            <a:srgbClr val="A6E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56734" y="3577679"/>
            <a:ext cx="1049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IN PARALLEL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950" y="3983831"/>
            <a:ext cx="8128099" cy="622102"/>
          </a:xfrm>
          <a:prstGeom prst="roundRect">
            <a:avLst>
              <a:gd name="adj" fmla="val 12249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93709" y="4085332"/>
            <a:ext cx="76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693709" y="4352032"/>
            <a:ext cx="76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Tasks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34190" y="4085332"/>
            <a:ext cx="3499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34190" y="4352032"/>
            <a:ext cx="3499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57675" y="4085332"/>
            <a:ext cx="4898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57675" y="4352032"/>
            <a:ext cx="4898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Speedup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BA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06301"/>
            <a:ext cx="1524000" cy="263426"/>
          </a:xfrm>
          <a:prstGeom prst="roundRect">
            <a:avLst>
              <a:gd name="adj" fmla="val 19284"/>
            </a:avLst>
          </a:prstGeom>
          <a:solidFill>
            <a:srgbClr val="CBA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457051"/>
            <a:ext cx="12435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VALIDATE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77122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Review with Opus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314152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 stronger model to validate expanded tasks against the PRD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682353"/>
            <a:ext cx="4151114" cy="2057400"/>
          </a:xfrm>
          <a:prstGeom prst="roundRect">
            <a:avLst>
              <a:gd name="adj" fmla="val 3704"/>
            </a:avLst>
          </a:prstGeom>
          <a:solidFill>
            <a:srgbClr val="181825"/>
          </a:solidFill>
          <a:ln w="9525">
            <a:solidFill>
              <a:srgbClr val="3132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81882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38B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181882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9E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4378" y="181882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A6E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9875" y="2053679"/>
            <a:ext cx="639961" cy="192881"/>
          </a:xfrm>
          <a:prstGeom prst="roundRect">
            <a:avLst>
              <a:gd name="adj" fmla="val 19753"/>
            </a:avLst>
          </a:prstGeom>
          <a:solidFill>
            <a:srgbClr val="454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6075" y="2078980"/>
            <a:ext cx="49731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 4.5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9875" y="2322761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/cl:create_plan_nt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9875" y="2465040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@.scud/tasks/tasks.scg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9875" y="2607320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@.scud/docs/prd/h-init.md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9875" y="2749600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875" y="2891879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an implementation plan based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9875" y="3034159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tasks in PRD. Make sure tasks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9875" y="3176439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dependencies make sense. We want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9875" y="3318718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run in parallel as much as we can.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9875" y="3460998"/>
            <a:ext cx="390380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waves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see the plan.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3866704"/>
            <a:ext cx="1316087" cy="612577"/>
          </a:xfrm>
          <a:prstGeom prst="roundRect">
            <a:avLst>
              <a:gd name="adj" fmla="val 8293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7950" y="3876229"/>
            <a:ext cx="1316087" cy="0"/>
          </a:xfrm>
          <a:prstGeom prst="line">
            <a:avLst/>
          </a:prstGeom>
          <a:noFill/>
          <a:ln w="19050">
            <a:solidFill>
              <a:srgbClr val="89B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320" y="3987254"/>
            <a:ext cx="11353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320" y="4234904"/>
            <a:ext cx="11353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Graph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25538" y="3866704"/>
            <a:ext cx="1316087" cy="612577"/>
          </a:xfrm>
          <a:prstGeom prst="roundRect">
            <a:avLst>
              <a:gd name="adj" fmla="val 8293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925538" y="3876229"/>
            <a:ext cx="1316087" cy="0"/>
          </a:xfrm>
          <a:prstGeom prst="line">
            <a:avLst/>
          </a:prstGeom>
          <a:noFill/>
          <a:ln w="19050">
            <a:solidFill>
              <a:srgbClr val="89B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5908" y="3987254"/>
            <a:ext cx="11353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15908" y="4234904"/>
            <a:ext cx="11353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43126" y="3866704"/>
            <a:ext cx="1316087" cy="612577"/>
          </a:xfrm>
          <a:prstGeom prst="roundRect">
            <a:avLst>
              <a:gd name="adj" fmla="val 8293"/>
            </a:avLst>
          </a:prstGeom>
          <a:solidFill>
            <a:srgbClr val="181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343126" y="3876229"/>
            <a:ext cx="1316087" cy="0"/>
          </a:xfrm>
          <a:prstGeom prst="line">
            <a:avLst/>
          </a:prstGeom>
          <a:noFill/>
          <a:ln w="19050">
            <a:solidFill>
              <a:srgbClr val="89B4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3496" y="3987254"/>
            <a:ext cx="11353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33496" y="4234904"/>
            <a:ext cx="11353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Plan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62215" y="1682353"/>
            <a:ext cx="3773835" cy="1055787"/>
          </a:xfrm>
          <a:prstGeom prst="roundRect">
            <a:avLst>
              <a:gd name="adj" fmla="val 7217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014615" y="1809304"/>
            <a:ext cx="35384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Review with a Smarter Model?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4615" y="1971229"/>
            <a:ext cx="353841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SCUD uses fast models for parsing. A stronger model (Opus/GPT-5) catches gaps, validates dependencies, and refines the plan before execution.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2215" y="2865090"/>
            <a:ext cx="3773835" cy="1643955"/>
          </a:xfrm>
          <a:prstGeom prst="roundRect">
            <a:avLst>
              <a:gd name="adj" fmla="val 463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14615" y="2992041"/>
            <a:ext cx="35384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Checklist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14615" y="3255466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90815" y="3255466"/>
            <a:ext cx="2168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PRD requirements have tasks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14615" y="3480792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90815" y="3480792"/>
            <a:ext cx="2378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are correctly ordered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14615" y="3706118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90815" y="3706118"/>
            <a:ext cx="2378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waves are well-structured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14615" y="3931444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90815" y="3931444"/>
            <a:ext cx="2099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missing edge cases or tests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14615" y="4156770"/>
            <a:ext cx="77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90815" y="4156770"/>
            <a:ext cx="2378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estimates are realistic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89B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03168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1921" y="1314301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313244"/>
          </a:solidFill>
          <a:ln w="19050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8439" y="1498402"/>
            <a:ext cx="139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4029" y="2088803"/>
            <a:ext cx="110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4029" y="2330053"/>
            <a:ext cx="110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init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490" y="1060400"/>
            <a:ext cx="310896" cy="114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45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38710" y="1314301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313244"/>
          </a:solidFill>
          <a:ln w="19050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5229" y="1498402"/>
            <a:ext cx="139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20818" y="2088803"/>
            <a:ext cx="110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20818" y="2330053"/>
            <a:ext cx="110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parse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71280" y="1060400"/>
            <a:ext cx="310896" cy="114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45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35500" y="1314301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313244"/>
          </a:solidFill>
          <a:ln w="19050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02018" y="1498402"/>
            <a:ext cx="139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17608" y="2088803"/>
            <a:ext cx="110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17608" y="2330053"/>
            <a:ext cx="110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expand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68069" y="1060400"/>
            <a:ext cx="310896" cy="114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45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32289" y="1314301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313244"/>
          </a:solidFill>
          <a:ln w="19050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8807" y="1498402"/>
            <a:ext cx="139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14397" y="2088803"/>
            <a:ext cx="110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4397" y="2330053"/>
            <a:ext cx="110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waves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4859" y="1060400"/>
            <a:ext cx="310896" cy="114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45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29079" y="1314301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313244"/>
          </a:solidFill>
          <a:ln w="19050">
            <a:solidFill>
              <a:srgbClr val="45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95597" y="1498402"/>
            <a:ext cx="139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11187" y="2088803"/>
            <a:ext cx="110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11187" y="2330053"/>
            <a:ext cx="110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next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901" y="2768203"/>
            <a:ext cx="39123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Execution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4901" y="3069729"/>
            <a:ext cx="3835598" cy="498277"/>
          </a:xfrm>
          <a:prstGeom prst="roundRect">
            <a:avLst>
              <a:gd name="adj" fmla="val 1019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1851" y="3171230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next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1851" y="3314105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next ready task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4901" y="3644205"/>
            <a:ext cx="3835598" cy="498277"/>
          </a:xfrm>
          <a:prstGeom prst="roundRect">
            <a:avLst>
              <a:gd name="adj" fmla="val 1019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1851" y="3745706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set-status &lt;id&gt; in-progress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1851" y="3888581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task as started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4901" y="4218682"/>
            <a:ext cx="3835598" cy="498277"/>
          </a:xfrm>
          <a:prstGeom prst="roundRect">
            <a:avLst>
              <a:gd name="adj" fmla="val 1019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61851" y="4320183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set-status &lt;id&gt; done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1851" y="4463058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the task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73650" y="2768203"/>
            <a:ext cx="39123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73650" y="3069729"/>
            <a:ext cx="3835598" cy="498277"/>
          </a:xfrm>
          <a:prstGeom prst="roundRect">
            <a:avLst>
              <a:gd name="adj" fmla="val 1019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0600" y="3171230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list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314105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all tasks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73650" y="3644205"/>
            <a:ext cx="3835598" cy="498277"/>
          </a:xfrm>
          <a:prstGeom prst="roundRect">
            <a:avLst>
              <a:gd name="adj" fmla="val 1019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00600" y="3745706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stats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888581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progress stats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73650" y="4218682"/>
            <a:ext cx="3835598" cy="498277"/>
          </a:xfrm>
          <a:prstGeom prst="roundRect">
            <a:avLst>
              <a:gd name="adj" fmla="val 10195"/>
            </a:avLst>
          </a:prstGeom>
          <a:solidFill>
            <a:srgbClr val="3132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00600" y="4320183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scud view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4463058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web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38B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47266"/>
            <a:ext cx="1444823" cy="317302"/>
          </a:xfrm>
          <a:prstGeom prst="roundRect">
            <a:avLst>
              <a:gd name="adj" fmla="val 16010"/>
            </a:avLst>
          </a:prstGeom>
          <a:solidFill>
            <a:srgbClr val="F38B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39701" y="810667"/>
            <a:ext cx="1111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42268"/>
            <a:ext cx="7772400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2000"/>
              </a:spcAft>
              <a:buNone/>
            </a:pPr>
            <a:r>
              <a:rPr lang="en-US" sz="3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any of this </a:t>
            </a:r>
            <a:pPr algn="l" indent="0" marL="0">
              <a:lnSpc>
                <a:spcPts val="3840"/>
              </a:lnSpc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 necessary?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2000" y="1983879"/>
            <a:ext cx="7254139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2400"/>
              </a:spcAft>
              <a:buNone/>
            </a:pPr>
            <a:r>
              <a:rPr lang="en-US" sz="14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models improve, hyper-granular task breakdown may add more rigidity than value. Finding the sweet spot between thorough planning and over-constraining remains an open challenge.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396258"/>
            <a:ext cx="13213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Thorough Planning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09800" y="3439120"/>
            <a:ext cx="1600200" cy="76200"/>
          </a:xfrm>
          <a:prstGeom prst="roundRect">
            <a:avLst>
              <a:gd name="adj" fmla="val 50000"/>
            </a:avLst>
          </a:prstGeom>
          <a:solidFill>
            <a:srgbClr val="A6E3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0" y="3439120"/>
            <a:ext cx="1600200" cy="76200"/>
          </a:xfrm>
          <a:prstGeom prst="rect">
            <a:avLst/>
          </a:prstGeom>
          <a:solidFill>
            <a:srgbClr val="F9E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0200" y="3439120"/>
            <a:ext cx="1600200" cy="76200"/>
          </a:xfrm>
          <a:prstGeom prst="rect">
            <a:avLst/>
          </a:prstGeom>
          <a:solidFill>
            <a:srgbClr val="F38B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62800" y="3396258"/>
            <a:ext cx="12435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Over-Constrained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10980" y="3634383"/>
            <a:ext cx="12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05932" y="4129534"/>
            <a:ext cx="2378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 shifts as models evolve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SCUD - Fast AI-Powered Task Management</dc:title>
  <dc:subject>Introduction to SCUD workflow</dc:subject>
  <dc:creator>SCUD</dc:creator>
  <cp:lastModifiedBy>SCUD</cp:lastModifiedBy>
  <cp:revision>1</cp:revision>
  <dcterms:created xsi:type="dcterms:W3CDTF">2025-12-12T18:35:04Z</dcterms:created>
  <dcterms:modified xsi:type="dcterms:W3CDTF">2025-12-12T18:35:04Z</dcterms:modified>
</cp:coreProperties>
</file>